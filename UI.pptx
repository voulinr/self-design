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6199485" cy="10799445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29" userDrawn="1">
          <p15:clr>
            <a:srgbClr val="A4A3A4"/>
          </p15:clr>
        </p15:guide>
        <p15:guide id="2" pos="4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391"/>
    <a:srgbClr val="B6D4EB"/>
    <a:srgbClr val="91ACE0"/>
    <a:srgbClr val="72ACD5"/>
    <a:srgbClr val="82B6DB"/>
    <a:srgbClr val="FFFFFF"/>
    <a:srgbClr val="0E67B2"/>
    <a:srgbClr val="1C93F8"/>
    <a:srgbClr val="5D9FCD"/>
    <a:srgbClr val="8BBB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229"/>
        <p:guide pos="49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92995" y="1440011"/>
            <a:ext cx="13021420" cy="404790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45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92995" y="5606972"/>
            <a:ext cx="13021420" cy="231875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780" spc="200"/>
            </a:lvl1pPr>
            <a:lvl2pPr marL="720090" indent="0" algn="ctr">
              <a:buNone/>
              <a:defRPr sz="3150"/>
            </a:lvl2pPr>
            <a:lvl3pPr marL="1439545" indent="0" algn="ctr">
              <a:buNone/>
              <a:defRPr sz="2830"/>
            </a:lvl3pPr>
            <a:lvl4pPr marL="2159635" indent="0" algn="ctr">
              <a:buNone/>
              <a:defRPr sz="2525"/>
            </a:lvl4pPr>
            <a:lvl5pPr marL="2880360" indent="0" algn="ctr">
              <a:buNone/>
              <a:defRPr sz="2525"/>
            </a:lvl5pPr>
            <a:lvl6pPr marL="3600450" indent="0" algn="ctr">
              <a:buNone/>
              <a:defRPr sz="2525"/>
            </a:lvl6pPr>
            <a:lvl7pPr marL="4319905" indent="0" algn="ctr">
              <a:buNone/>
              <a:defRPr sz="2525"/>
            </a:lvl7pPr>
            <a:lvl8pPr marL="5039995" indent="0" algn="ctr">
              <a:buNone/>
              <a:defRPr sz="2525"/>
            </a:lvl8pPr>
            <a:lvl9pPr marL="5760085" indent="0" algn="ctr">
              <a:buNone/>
              <a:defRPr sz="252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457" y="958118"/>
            <a:ext cx="14576145" cy="111119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08457" y="2347105"/>
            <a:ext cx="14576145" cy="749486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645425" y="6060519"/>
            <a:ext cx="10323375" cy="1207568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93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645425" y="7268088"/>
            <a:ext cx="10323375" cy="136631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83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20090" indent="0">
              <a:buNone/>
              <a:defRPr sz="2525">
                <a:solidFill>
                  <a:schemeClr val="tx1">
                    <a:tint val="75000"/>
                  </a:schemeClr>
                </a:solidFill>
              </a:defRPr>
            </a:lvl2pPr>
            <a:lvl3pPr marL="1439545" indent="0">
              <a:buNone/>
              <a:defRPr sz="2525">
                <a:solidFill>
                  <a:schemeClr val="tx1">
                    <a:tint val="75000"/>
                  </a:schemeClr>
                </a:solidFill>
              </a:defRPr>
            </a:lvl3pPr>
            <a:lvl4pPr marL="2159635" indent="0">
              <a:buNone/>
              <a:defRPr sz="2525">
                <a:solidFill>
                  <a:schemeClr val="tx1">
                    <a:tint val="75000"/>
                  </a:schemeClr>
                </a:solidFill>
              </a:defRPr>
            </a:lvl4pPr>
            <a:lvl5pPr marL="2880360" indent="0">
              <a:buNone/>
              <a:defRPr sz="2525">
                <a:solidFill>
                  <a:schemeClr val="tx1">
                    <a:tint val="75000"/>
                  </a:schemeClr>
                </a:solidFill>
              </a:defRPr>
            </a:lvl5pPr>
            <a:lvl6pPr marL="3600450" indent="0">
              <a:buNone/>
              <a:defRPr sz="2525">
                <a:solidFill>
                  <a:schemeClr val="tx1">
                    <a:tint val="75000"/>
                  </a:schemeClr>
                </a:solidFill>
              </a:defRPr>
            </a:lvl6pPr>
            <a:lvl7pPr marL="4319905" indent="0">
              <a:buNone/>
              <a:defRPr sz="2525">
                <a:solidFill>
                  <a:schemeClr val="tx1">
                    <a:tint val="75000"/>
                  </a:schemeClr>
                </a:solidFill>
              </a:defRPr>
            </a:lvl7pPr>
            <a:lvl8pPr marL="5039995" indent="0">
              <a:buNone/>
              <a:defRPr sz="2525">
                <a:solidFill>
                  <a:schemeClr val="tx1">
                    <a:tint val="75000"/>
                  </a:schemeClr>
                </a:solidFill>
              </a:defRPr>
            </a:lvl8pPr>
            <a:lvl9pPr marL="5760085" indent="0">
              <a:buNone/>
              <a:defRPr sz="25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457" y="958118"/>
            <a:ext cx="14576145" cy="111119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08457" y="2364113"/>
            <a:ext cx="6879060" cy="747785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519894" y="2364113"/>
            <a:ext cx="6879060" cy="7477853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457" y="958118"/>
            <a:ext cx="14576145" cy="111119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08457" y="2250726"/>
            <a:ext cx="7099114" cy="60095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1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20090" indent="0">
              <a:buNone/>
              <a:defRPr sz="3150" b="1"/>
            </a:lvl2pPr>
            <a:lvl3pPr marL="1439545" indent="0">
              <a:buNone/>
              <a:defRPr sz="2830" b="1"/>
            </a:lvl3pPr>
            <a:lvl4pPr marL="2159635" indent="0">
              <a:buNone/>
              <a:defRPr sz="2525" b="1"/>
            </a:lvl4pPr>
            <a:lvl5pPr marL="2880360" indent="0">
              <a:buNone/>
              <a:defRPr sz="2525" b="1"/>
            </a:lvl5pPr>
            <a:lvl6pPr marL="3600450" indent="0">
              <a:buNone/>
              <a:defRPr sz="2525" b="1"/>
            </a:lvl6pPr>
            <a:lvl7pPr marL="4319905" indent="0">
              <a:buNone/>
              <a:defRPr sz="2525" b="1"/>
            </a:lvl7pPr>
            <a:lvl8pPr marL="5039995" indent="0">
              <a:buNone/>
              <a:defRPr sz="2525" b="1"/>
            </a:lvl8pPr>
            <a:lvl9pPr marL="5760085" indent="0">
              <a:buNone/>
              <a:defRPr sz="252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08457" y="2919708"/>
            <a:ext cx="7099114" cy="692225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8286220" y="2238961"/>
            <a:ext cx="7099114" cy="60095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1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20090" indent="0">
              <a:buNone/>
              <a:defRPr sz="3150" b="1"/>
            </a:lvl2pPr>
            <a:lvl3pPr marL="1439545" indent="0">
              <a:buNone/>
              <a:defRPr sz="2830" b="1"/>
            </a:lvl3pPr>
            <a:lvl4pPr marL="2159635" indent="0">
              <a:buNone/>
              <a:defRPr sz="2525" b="1"/>
            </a:lvl4pPr>
            <a:lvl5pPr marL="2880360" indent="0">
              <a:buNone/>
              <a:defRPr sz="2525" b="1"/>
            </a:lvl5pPr>
            <a:lvl6pPr marL="3600450" indent="0">
              <a:buNone/>
              <a:defRPr sz="2525" b="1"/>
            </a:lvl6pPr>
            <a:lvl7pPr marL="4319905" indent="0">
              <a:buNone/>
              <a:defRPr sz="2525" b="1"/>
            </a:lvl7pPr>
            <a:lvl8pPr marL="5039995" indent="0">
              <a:buNone/>
              <a:defRPr sz="2525" b="1"/>
            </a:lvl8pPr>
            <a:lvl9pPr marL="5760085" indent="0">
              <a:buNone/>
              <a:defRPr sz="252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8286220" y="2919708"/>
            <a:ext cx="7099114" cy="692225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457" y="958118"/>
            <a:ext cx="14576145" cy="111119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808457" y="2449153"/>
            <a:ext cx="6953843" cy="725674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52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438569" y="2449153"/>
            <a:ext cx="6946033" cy="725674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52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3600257" y="1440011"/>
            <a:ext cx="1387293" cy="7920061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4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215077" y="1440011"/>
            <a:ext cx="12184261" cy="7920061"/>
          </a:xfrm>
        </p:spPr>
        <p:txBody>
          <a:bodyPr vert="eaVert" lIns="46800" tIns="46800" rIns="46800" bIns="46800"/>
          <a:lstStyle>
            <a:lvl1pPr marL="359410" indent="-359410">
              <a:spcAft>
                <a:spcPts val="1000"/>
              </a:spcAft>
              <a:defRPr spc="300"/>
            </a:lvl1pPr>
            <a:lvl2pPr marL="1080135" indent="-359410">
              <a:defRPr spc="300"/>
            </a:lvl2pPr>
            <a:lvl3pPr marL="1800225" indent="-359410">
              <a:defRPr spc="300"/>
            </a:lvl3pPr>
            <a:lvl4pPr marL="2520315" indent="-359410">
              <a:defRPr spc="300"/>
            </a:lvl4pPr>
            <a:lvl5pPr marL="3239770" indent="-35941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808457" y="1218907"/>
            <a:ext cx="14580930" cy="863439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92995" y="3911841"/>
            <a:ext cx="13021420" cy="160442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45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92995" y="5606972"/>
            <a:ext cx="13021420" cy="7426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78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08457" y="958118"/>
            <a:ext cx="14576145" cy="111119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08457" y="2347105"/>
            <a:ext cx="14576145" cy="749486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13241" y="9944014"/>
            <a:ext cx="3587828" cy="49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5469443" y="9944014"/>
            <a:ext cx="5262146" cy="49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1796775" y="9944014"/>
            <a:ext cx="3587828" cy="49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439545" rtl="0" eaLnBrk="1" fontAlgn="auto" latinLnBrk="0" hangingPunct="1">
        <a:lnSpc>
          <a:spcPct val="100000"/>
        </a:lnSpc>
        <a:spcBef>
          <a:spcPct val="0"/>
        </a:spcBef>
        <a:buNone/>
        <a:defRPr sz="567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59410" indent="-359410" algn="l" defTabSz="143954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8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080135" indent="-359410" algn="l" defTabSz="143954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534920" algn="l"/>
          <a:tab pos="2534920" algn="l"/>
          <a:tab pos="2534920" algn="l"/>
          <a:tab pos="2534920" algn="l"/>
        </a:tabLst>
        <a:defRPr sz="25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800225" indent="-359410" algn="l" defTabSz="143954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5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520315" indent="-359410" algn="l" defTabSz="143954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3239770" indent="-359410" algn="l" defTabSz="143954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959860" indent="-359410" algn="l" defTabSz="1439545" rtl="0" eaLnBrk="1" latinLnBrk="0" hangingPunct="1">
        <a:lnSpc>
          <a:spcPct val="90000"/>
        </a:lnSpc>
        <a:spcBef>
          <a:spcPts val="790"/>
        </a:spcBef>
        <a:buFont typeface="Arial" panose="020B0604020202020204" pitchFamily="34" charset="0"/>
        <a:buChar char="•"/>
        <a:defRPr sz="2830" kern="1200">
          <a:solidFill>
            <a:schemeClr val="tx1"/>
          </a:solidFill>
          <a:latin typeface="+mn-lt"/>
          <a:ea typeface="+mn-ea"/>
          <a:cs typeface="+mn-cs"/>
        </a:defRPr>
      </a:lvl6pPr>
      <a:lvl7pPr marL="4679950" indent="-359410" algn="l" defTabSz="1439545" rtl="0" eaLnBrk="1" latinLnBrk="0" hangingPunct="1">
        <a:lnSpc>
          <a:spcPct val="90000"/>
        </a:lnSpc>
        <a:spcBef>
          <a:spcPts val="790"/>
        </a:spcBef>
        <a:buFont typeface="Arial" panose="020B0604020202020204" pitchFamily="34" charset="0"/>
        <a:buChar char="•"/>
        <a:defRPr sz="2830" kern="1200">
          <a:solidFill>
            <a:schemeClr val="tx1"/>
          </a:solidFill>
          <a:latin typeface="+mn-lt"/>
          <a:ea typeface="+mn-ea"/>
          <a:cs typeface="+mn-cs"/>
        </a:defRPr>
      </a:lvl7pPr>
      <a:lvl8pPr marL="5400675" indent="-359410" algn="l" defTabSz="1439545" rtl="0" eaLnBrk="1" latinLnBrk="0" hangingPunct="1">
        <a:lnSpc>
          <a:spcPct val="90000"/>
        </a:lnSpc>
        <a:spcBef>
          <a:spcPts val="790"/>
        </a:spcBef>
        <a:buFont typeface="Arial" panose="020B0604020202020204" pitchFamily="34" charset="0"/>
        <a:buChar char="•"/>
        <a:defRPr sz="2830" kern="1200">
          <a:solidFill>
            <a:schemeClr val="tx1"/>
          </a:solidFill>
          <a:latin typeface="+mn-lt"/>
          <a:ea typeface="+mn-ea"/>
          <a:cs typeface="+mn-cs"/>
        </a:defRPr>
      </a:lvl8pPr>
      <a:lvl9pPr marL="6119495" indent="-359410" algn="l" defTabSz="1439545" rtl="0" eaLnBrk="1" latinLnBrk="0" hangingPunct="1">
        <a:lnSpc>
          <a:spcPct val="90000"/>
        </a:lnSpc>
        <a:spcBef>
          <a:spcPts val="790"/>
        </a:spcBef>
        <a:buFont typeface="Arial" panose="020B0604020202020204" pitchFamily="34" charset="0"/>
        <a:buChar char="•"/>
        <a:defRPr sz="28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439545" rtl="0" eaLnBrk="1" latinLnBrk="0" hangingPunct="1">
        <a:defRPr sz="283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39545" rtl="0" eaLnBrk="1" latinLnBrk="0" hangingPunct="1">
        <a:defRPr sz="2830" kern="1200">
          <a:solidFill>
            <a:schemeClr val="tx1"/>
          </a:solidFill>
          <a:latin typeface="+mn-lt"/>
          <a:ea typeface="+mn-ea"/>
          <a:cs typeface="+mn-cs"/>
        </a:defRPr>
      </a:lvl2pPr>
      <a:lvl3pPr marL="1439545" algn="l" defTabSz="1439545" rtl="0" eaLnBrk="1" latinLnBrk="0" hangingPunct="1">
        <a:defRPr sz="2830" kern="1200">
          <a:solidFill>
            <a:schemeClr val="tx1"/>
          </a:solidFill>
          <a:latin typeface="+mn-lt"/>
          <a:ea typeface="+mn-ea"/>
          <a:cs typeface="+mn-cs"/>
        </a:defRPr>
      </a:lvl3pPr>
      <a:lvl4pPr marL="2159635" algn="l" defTabSz="1439545" rtl="0" eaLnBrk="1" latinLnBrk="0" hangingPunct="1">
        <a:defRPr sz="283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algn="l" defTabSz="1439545" rtl="0" eaLnBrk="1" latinLnBrk="0" hangingPunct="1">
        <a:defRPr sz="2830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0" algn="l" defTabSz="1439545" rtl="0" eaLnBrk="1" latinLnBrk="0" hangingPunct="1">
        <a:defRPr sz="2830" kern="1200">
          <a:solidFill>
            <a:schemeClr val="tx1"/>
          </a:solidFill>
          <a:latin typeface="+mn-lt"/>
          <a:ea typeface="+mn-ea"/>
          <a:cs typeface="+mn-cs"/>
        </a:defRPr>
      </a:lvl6pPr>
      <a:lvl7pPr marL="4319905" algn="l" defTabSz="1439545" rtl="0" eaLnBrk="1" latinLnBrk="0" hangingPunct="1">
        <a:defRPr sz="2830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5" algn="l" defTabSz="1439545" rtl="0" eaLnBrk="1" latinLnBrk="0" hangingPunct="1">
        <a:defRPr sz="2830" kern="1200">
          <a:solidFill>
            <a:schemeClr val="tx1"/>
          </a:solidFill>
          <a:latin typeface="+mn-lt"/>
          <a:ea typeface="+mn-ea"/>
          <a:cs typeface="+mn-cs"/>
        </a:defRPr>
      </a:lvl8pPr>
      <a:lvl9pPr marL="5760085" algn="l" defTabSz="1439545" rtl="0" eaLnBrk="1" latinLnBrk="0" hangingPunct="1">
        <a:defRPr sz="28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70430" y="1931155"/>
            <a:ext cx="1236173" cy="458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390"/>
              <a:t>首页：</a:t>
            </a:r>
            <a:endParaRPr lang="zh-CN" altLang="en-US" sz="239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611" y="1931155"/>
            <a:ext cx="3619919" cy="713858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6031865" y="1415415"/>
            <a:ext cx="3873500" cy="7654290"/>
            <a:chOff x="13385" y="2285"/>
            <a:chExt cx="6100" cy="12054"/>
          </a:xfrm>
        </p:grpSpPr>
        <p:sp>
          <p:nvSpPr>
            <p:cNvPr id="6" name="圆角矩形 5"/>
            <p:cNvSpPr/>
            <p:nvPr/>
          </p:nvSpPr>
          <p:spPr>
            <a:xfrm>
              <a:off x="13385" y="2285"/>
              <a:ext cx="6027" cy="12054"/>
            </a:xfrm>
            <a:prstGeom prst="roundRect">
              <a:avLst>
                <a:gd name="adj" fmla="val 10759"/>
              </a:avLst>
            </a:prstGeom>
            <a:solidFill>
              <a:srgbClr val="D7E3F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39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3595" y="2500"/>
              <a:ext cx="5891" cy="4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square" rtlCol="0">
              <a:spAutoFit/>
            </a:bodyPr>
            <a:p>
              <a:r>
                <a:rPr lang="zh-CN" altLang="en-US" sz="1330"/>
                <a:t>时间</a:t>
              </a:r>
              <a:r>
                <a:rPr lang="en-US" altLang="zh-CN" sz="1330"/>
                <a:t>                        </a:t>
              </a:r>
              <a:r>
                <a:rPr lang="zh-CN" altLang="en-US" sz="1330"/>
                <a:t>状态栏（流量</a:t>
              </a:r>
              <a:r>
                <a:rPr lang="en-US" altLang="zh-CN" sz="1330"/>
                <a:t> WiFi </a:t>
              </a:r>
              <a:r>
                <a:rPr lang="zh-CN" altLang="en-US" sz="1330"/>
                <a:t>电量）</a:t>
              </a:r>
              <a:endParaRPr lang="zh-CN" altLang="en-US" sz="1330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4561" y="12917"/>
              <a:ext cx="3616" cy="1123"/>
            </a:xfrm>
            <a:prstGeom prst="roundRect">
              <a:avLst>
                <a:gd name="adj" fmla="val 49007"/>
              </a:avLst>
            </a:prstGeom>
            <a:solidFill>
              <a:srgbClr val="6192D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390"/>
            </a:p>
          </p:txBody>
        </p:sp>
        <p:sp>
          <p:nvSpPr>
            <p:cNvPr id="14" name="椭圆 13"/>
            <p:cNvSpPr/>
            <p:nvPr/>
          </p:nvSpPr>
          <p:spPr>
            <a:xfrm>
              <a:off x="14818" y="12982"/>
              <a:ext cx="1005" cy="1005"/>
            </a:xfrm>
            <a:prstGeom prst="ellipse">
              <a:avLst/>
            </a:prstGeom>
            <a:solidFill>
              <a:srgbClr val="0462C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390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6923" y="12982"/>
              <a:ext cx="1014" cy="1010"/>
              <a:chOff x="20550" y="12778"/>
              <a:chExt cx="1014" cy="1010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20550" y="12778"/>
                <a:ext cx="1014" cy="1011"/>
              </a:xfrm>
              <a:prstGeom prst="ellipse">
                <a:avLst/>
              </a:prstGeom>
              <a:solidFill>
                <a:srgbClr val="6C9CD6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390"/>
              </a:p>
            </p:txBody>
          </p:sp>
          <p:pic>
            <p:nvPicPr>
              <p:cNvPr id="17" name="图片 16" descr="人-头像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697" y="12910"/>
                <a:ext cx="737" cy="737"/>
              </a:xfrm>
              <a:prstGeom prst="rect">
                <a:avLst/>
              </a:prstGeom>
            </p:spPr>
          </p:pic>
        </p:grpSp>
        <p:sp>
          <p:nvSpPr>
            <p:cNvPr id="27" name="圆角矩形 26"/>
            <p:cNvSpPr/>
            <p:nvPr/>
          </p:nvSpPr>
          <p:spPr>
            <a:xfrm>
              <a:off x="13631" y="3102"/>
              <a:ext cx="5549" cy="1699"/>
            </a:xfrm>
            <a:prstGeom prst="roundRect">
              <a:avLst>
                <a:gd name="adj" fmla="val 962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390"/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13631" y="5290"/>
              <a:ext cx="5549" cy="7364"/>
            </a:xfrm>
            <a:prstGeom prst="roundRect">
              <a:avLst>
                <a:gd name="adj" fmla="val 2955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390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3653" y="3165"/>
              <a:ext cx="172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本月支出</a:t>
              </a:r>
              <a:endParaRPr lang="zh-CN" altLang="en-US" sz="160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640" y="5308"/>
              <a:ext cx="18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近</a:t>
              </a:r>
              <a:r>
                <a:rPr lang="en-US" altLang="zh-CN" sz="1600"/>
                <a:t>7</a:t>
              </a:r>
              <a:r>
                <a:rPr lang="zh-CN" altLang="en-US" sz="1600"/>
                <a:t>天账单</a:t>
              </a:r>
              <a:endParaRPr lang="zh-CN" altLang="en-US" sz="1600"/>
            </a:p>
          </p:txBody>
        </p:sp>
      </p:grpSp>
      <p:sp>
        <p:nvSpPr>
          <p:cNvPr id="25" name="圆角矩形 24"/>
          <p:cNvSpPr/>
          <p:nvPr/>
        </p:nvSpPr>
        <p:spPr>
          <a:xfrm>
            <a:off x="10382885" y="1414780"/>
            <a:ext cx="3827145" cy="7654290"/>
          </a:xfrm>
          <a:prstGeom prst="roundRect">
            <a:avLst>
              <a:gd name="adj" fmla="val 10759"/>
            </a:avLst>
          </a:prstGeom>
          <a:solidFill>
            <a:srgbClr val="D7E3F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90"/>
          </a:p>
        </p:txBody>
      </p:sp>
      <p:sp>
        <p:nvSpPr>
          <p:cNvPr id="30" name="文本框 29"/>
          <p:cNvSpPr txBox="1"/>
          <p:nvPr/>
        </p:nvSpPr>
        <p:spPr>
          <a:xfrm>
            <a:off x="10516235" y="1551305"/>
            <a:ext cx="3740785" cy="29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 sz="1330"/>
              <a:t>时间</a:t>
            </a:r>
            <a:r>
              <a:rPr lang="en-US" altLang="zh-CN" sz="1330"/>
              <a:t>                        </a:t>
            </a:r>
            <a:r>
              <a:rPr lang="zh-CN" altLang="en-US" sz="1330"/>
              <a:t>状态栏（流量</a:t>
            </a:r>
            <a:r>
              <a:rPr lang="en-US" altLang="zh-CN" sz="1330"/>
              <a:t> WiFi </a:t>
            </a:r>
            <a:r>
              <a:rPr lang="zh-CN" altLang="en-US" sz="1330"/>
              <a:t>电量）</a:t>
            </a:r>
            <a:endParaRPr lang="zh-CN" altLang="en-US" sz="1330"/>
          </a:p>
        </p:txBody>
      </p:sp>
      <p:sp>
        <p:nvSpPr>
          <p:cNvPr id="35" name="圆角矩形 34"/>
          <p:cNvSpPr/>
          <p:nvPr/>
        </p:nvSpPr>
        <p:spPr>
          <a:xfrm>
            <a:off x="11129645" y="8166100"/>
            <a:ext cx="2296160" cy="713105"/>
          </a:xfrm>
          <a:prstGeom prst="roundRect">
            <a:avLst>
              <a:gd name="adj" fmla="val 49007"/>
            </a:avLst>
          </a:prstGeom>
          <a:solidFill>
            <a:srgbClr val="6192D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90"/>
          </a:p>
        </p:txBody>
      </p:sp>
      <p:sp>
        <p:nvSpPr>
          <p:cNvPr id="42" name="椭圆 41"/>
          <p:cNvSpPr/>
          <p:nvPr/>
        </p:nvSpPr>
        <p:spPr>
          <a:xfrm>
            <a:off x="11292840" y="8207375"/>
            <a:ext cx="638175" cy="638175"/>
          </a:xfrm>
          <a:prstGeom prst="ellipse">
            <a:avLst/>
          </a:prstGeom>
          <a:solidFill>
            <a:srgbClr val="0462C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90"/>
          </a:p>
        </p:txBody>
      </p:sp>
      <p:grpSp>
        <p:nvGrpSpPr>
          <p:cNvPr id="43" name="组合 42"/>
          <p:cNvGrpSpPr/>
          <p:nvPr/>
        </p:nvGrpSpPr>
        <p:grpSpPr>
          <a:xfrm rot="0">
            <a:off x="12629515" y="8207375"/>
            <a:ext cx="643890" cy="641350"/>
            <a:chOff x="20550" y="12778"/>
            <a:chExt cx="1014" cy="1010"/>
          </a:xfrm>
        </p:grpSpPr>
        <p:sp>
          <p:nvSpPr>
            <p:cNvPr id="44" name="椭圆 43"/>
            <p:cNvSpPr/>
            <p:nvPr/>
          </p:nvSpPr>
          <p:spPr>
            <a:xfrm>
              <a:off x="20550" y="12778"/>
              <a:ext cx="1014" cy="1011"/>
            </a:xfrm>
            <a:prstGeom prst="ellipse">
              <a:avLst/>
            </a:prstGeom>
            <a:solidFill>
              <a:srgbClr val="6C9CD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390"/>
            </a:p>
          </p:txBody>
        </p:sp>
        <p:pic>
          <p:nvPicPr>
            <p:cNvPr id="45" name="图片 44" descr="人-头像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697" y="12910"/>
              <a:ext cx="737" cy="737"/>
            </a:xfrm>
            <a:prstGeom prst="rect">
              <a:avLst/>
            </a:prstGeom>
          </p:spPr>
        </p:pic>
      </p:grpSp>
      <p:sp>
        <p:nvSpPr>
          <p:cNvPr id="46" name="圆角矩形 45"/>
          <p:cNvSpPr/>
          <p:nvPr/>
        </p:nvSpPr>
        <p:spPr>
          <a:xfrm>
            <a:off x="10539095" y="1933575"/>
            <a:ext cx="3523615" cy="2210435"/>
          </a:xfrm>
          <a:prstGeom prst="roundRect">
            <a:avLst>
              <a:gd name="adj" fmla="val 962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90"/>
          </a:p>
        </p:txBody>
      </p:sp>
      <p:sp>
        <p:nvSpPr>
          <p:cNvPr id="47" name="圆角矩形 46"/>
          <p:cNvSpPr/>
          <p:nvPr/>
        </p:nvSpPr>
        <p:spPr>
          <a:xfrm>
            <a:off x="10539095" y="4436110"/>
            <a:ext cx="3523615" cy="3562985"/>
          </a:xfrm>
          <a:prstGeom prst="roundRect">
            <a:avLst>
              <a:gd name="adj" fmla="val 2955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90"/>
          </a:p>
        </p:txBody>
      </p:sp>
      <p:sp>
        <p:nvSpPr>
          <p:cNvPr id="48" name="文本框 47"/>
          <p:cNvSpPr txBox="1"/>
          <p:nvPr/>
        </p:nvSpPr>
        <p:spPr>
          <a:xfrm>
            <a:off x="10553065" y="1973580"/>
            <a:ext cx="3759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支出类别（此处为图标</a:t>
            </a:r>
            <a:r>
              <a:rPr lang="en-US" altLang="zh-CN" sz="1600"/>
              <a:t>+</a:t>
            </a:r>
            <a:r>
              <a:rPr lang="zh-CN" altLang="en-US" sz="1600"/>
              <a:t>文字）</a:t>
            </a:r>
            <a:endParaRPr lang="zh-CN" altLang="en-US" sz="1600"/>
          </a:p>
        </p:txBody>
      </p:sp>
      <p:sp>
        <p:nvSpPr>
          <p:cNvPr id="49" name="文本框 48"/>
          <p:cNvSpPr txBox="1"/>
          <p:nvPr/>
        </p:nvSpPr>
        <p:spPr>
          <a:xfrm>
            <a:off x="10529570" y="4695190"/>
            <a:ext cx="11976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/>
              <a:t>金额输入</a:t>
            </a:r>
            <a:endParaRPr lang="zh-CN" sz="1600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28,20093178,20117396,3632984],&quot;65&quot;:[20205081]}"/>
</p:tagLst>
</file>

<file path=ppt/tags/tag64.xml><?xml version="1.0" encoding="utf-8"?>
<p:tagLst xmlns:p="http://schemas.openxmlformats.org/presentationml/2006/main">
  <p:tag name="resource_record_key" val="{&quot;10&quot;:[50059328,20093178,20117396,3632984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WPS 演示</Application>
  <PresentationFormat>宽屏</PresentationFormat>
  <Paragraphs>14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Times New Roman</vt:lpstr>
      <vt:lpstr>黑体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</cp:lastModifiedBy>
  <cp:revision>183</cp:revision>
  <dcterms:created xsi:type="dcterms:W3CDTF">2019-06-19T02:08:00Z</dcterms:created>
  <dcterms:modified xsi:type="dcterms:W3CDTF">2026-03-05T14:08:09Z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4A110FA40945431B9297B3EA2346E4E7_13</vt:lpwstr>
  </property>
</Properties>
</file>